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2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F35A1-3235-9622-6D91-8E1A3E39442A}" v="1506" dt="2025-02-21T08:50:43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26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4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1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5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8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74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67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32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11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837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52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6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19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F4DE574B-D461-DE3E-3632-B834874A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6" name="Picture 5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87C07E68-1A30-C4A3-A429-FAE5B16A8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BCD257-52B3-6754-285F-B7DAFA87ABCA}"/>
              </a:ext>
            </a:extLst>
          </p:cNvPr>
          <p:cNvSpPr txBox="1"/>
          <p:nvPr/>
        </p:nvSpPr>
        <p:spPr>
          <a:xfrm>
            <a:off x="865322" y="8065576"/>
            <a:ext cx="9144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ThePhoto</a:t>
            </a:r>
            <a:r>
              <a:rPr lang="en-US" dirty="0"/>
              <a:t> by </a:t>
            </a:r>
            <a:r>
              <a:rPr lang="en-US" dirty="0" err="1"/>
              <a:t>PhotoAuthor</a:t>
            </a:r>
            <a:r>
              <a:rPr lang="en-US" dirty="0"/>
              <a:t> is licensed under CCYYSA.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3A2E0-96BB-D8DD-8D29-7FAD13F860B1}"/>
              </a:ext>
            </a:extLst>
          </p:cNvPr>
          <p:cNvSpPr/>
          <p:nvPr/>
        </p:nvSpPr>
        <p:spPr>
          <a:xfrm>
            <a:off x="1395599" y="2510719"/>
            <a:ext cx="9016622" cy="1837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rial"/>
                <a:cs typeface="Arial"/>
              </a:rPr>
              <a:t>ADIDAS STORE</a:t>
            </a:r>
            <a:endParaRPr lang="en-US" sz="54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1C36D587-8ECD-55BC-0DEC-59804DC63306}"/>
              </a:ext>
            </a:extLst>
          </p:cNvPr>
          <p:cNvSpPr/>
          <p:nvPr/>
        </p:nvSpPr>
        <p:spPr>
          <a:xfrm>
            <a:off x="5419623" y="6373722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2294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8D9E-1B5E-6558-9953-A76190E3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775FFFD6-12B8-0095-907D-FD1876197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6" name="Picture 5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824C7098-5887-597F-08E3-933274DE1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C5ACFD-E336-CB80-DADD-757A2FFCD902}"/>
              </a:ext>
            </a:extLst>
          </p:cNvPr>
          <p:cNvSpPr txBox="1"/>
          <p:nvPr/>
        </p:nvSpPr>
        <p:spPr>
          <a:xfrm>
            <a:off x="6094998" y="1528411"/>
            <a:ext cx="59038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 dirty="0">
                <a:latin typeface="Arial"/>
                <a:ea typeface="Segoe UI"/>
                <a:cs typeface="Segoe UI"/>
              </a:rPr>
              <a:t>NAME :</a:t>
            </a:r>
            <a:r>
              <a:rPr lang="en-US" sz="2400" dirty="0">
                <a:latin typeface="Arial"/>
                <a:ea typeface="Segoe UI"/>
                <a:cs typeface="Segoe UI"/>
              </a:rPr>
              <a:t>RADADIYA KRISH CHETANBHAI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ENROLL-NO :</a:t>
            </a:r>
            <a:r>
              <a:rPr lang="en-US" sz="2400" dirty="0">
                <a:latin typeface="Arial"/>
                <a:ea typeface="Segoe UI"/>
                <a:cs typeface="Segoe UI"/>
              </a:rPr>
              <a:t>23002170210106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ROLL-NO : </a:t>
            </a:r>
            <a:r>
              <a:rPr lang="en-US" sz="2400" dirty="0">
                <a:latin typeface="Arial"/>
                <a:ea typeface="Segoe UI"/>
                <a:cs typeface="Segoe UI"/>
              </a:rPr>
              <a:t>80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DIV : C3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 dirty="0">
              <a:latin typeface="Century Gothic" panose="020B0502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8C948-468A-8624-A36C-9020955EA48C}"/>
              </a:ext>
            </a:extLst>
          </p:cNvPr>
          <p:cNvSpPr txBox="1"/>
          <p:nvPr/>
        </p:nvSpPr>
        <p:spPr>
          <a:xfrm>
            <a:off x="190142" y="1528411"/>
            <a:ext cx="540379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NAME :CHAUHAN AARYAN JAVED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ENROLL-NO :23002170210013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ROLL-NO : 74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 sz="2400">
              <a:latin typeface="Arial"/>
              <a:ea typeface="Segoe UI"/>
              <a:cs typeface="Segoe UI"/>
            </a:endParaRP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DIV : C3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608FC-DBD0-7A18-CA56-602E15C47E21}"/>
              </a:ext>
            </a:extLst>
          </p:cNvPr>
          <p:cNvSpPr txBox="1"/>
          <p:nvPr/>
        </p:nvSpPr>
        <p:spPr>
          <a:xfrm>
            <a:off x="190140" y="5070681"/>
            <a:ext cx="540379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 dirty="0">
                <a:latin typeface="Arial"/>
                <a:ea typeface="Segoe UI"/>
                <a:cs typeface="Segoe UI"/>
              </a:rPr>
              <a:t>NAME :</a:t>
            </a:r>
            <a:r>
              <a:rPr lang="en-US" sz="2400" dirty="0">
                <a:latin typeface="Arial"/>
                <a:ea typeface="Segoe UI"/>
                <a:cs typeface="Segoe UI"/>
              </a:rPr>
              <a:t>BHATT DHRUV TARAKBHAI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ENROLL-NO :</a:t>
            </a:r>
            <a:r>
              <a:rPr lang="en-US" sz="2400" dirty="0">
                <a:latin typeface="Arial"/>
                <a:ea typeface="Segoe UI"/>
                <a:cs typeface="Segoe UI"/>
              </a:rPr>
              <a:t>23002170210008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ROLL-NO : </a:t>
            </a:r>
            <a:r>
              <a:rPr lang="en-US" sz="2400" dirty="0">
                <a:latin typeface="Arial"/>
                <a:ea typeface="Segoe UI"/>
                <a:cs typeface="Segoe UI"/>
              </a:rPr>
              <a:t>75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DIV : C3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685AD-AE4D-C792-7A05-07FEC5D52DD3}"/>
              </a:ext>
            </a:extLst>
          </p:cNvPr>
          <p:cNvSpPr txBox="1"/>
          <p:nvPr/>
        </p:nvSpPr>
        <p:spPr>
          <a:xfrm>
            <a:off x="6595059" y="5070680"/>
            <a:ext cx="540379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 dirty="0">
                <a:latin typeface="Arial"/>
                <a:ea typeface="Segoe UI"/>
                <a:cs typeface="Segoe UI"/>
              </a:rPr>
              <a:t>NAME :</a:t>
            </a:r>
            <a:r>
              <a:rPr lang="en-US" sz="2400" dirty="0">
                <a:latin typeface="Arial"/>
                <a:ea typeface="Segoe UI"/>
                <a:cs typeface="Segoe UI"/>
              </a:rPr>
              <a:t>VELANI BHAVESH MUKESH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ENROLL-NO :</a:t>
            </a:r>
            <a:r>
              <a:rPr lang="en-US" sz="2400" dirty="0">
                <a:latin typeface="Arial"/>
                <a:ea typeface="Segoe UI"/>
                <a:cs typeface="Segoe UI"/>
              </a:rPr>
              <a:t>23002170210134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ROLL-NO : </a:t>
            </a:r>
            <a:r>
              <a:rPr lang="en-US" sz="2400" dirty="0">
                <a:latin typeface="Arial"/>
                <a:ea typeface="Segoe UI"/>
                <a:cs typeface="Segoe UI"/>
              </a:rPr>
              <a:t>79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DIV : C3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41F06-72B4-736F-A54C-CCFFEDCC4683}"/>
              </a:ext>
            </a:extLst>
          </p:cNvPr>
          <p:cNvSpPr txBox="1"/>
          <p:nvPr/>
        </p:nvSpPr>
        <p:spPr>
          <a:xfrm>
            <a:off x="3392600" y="3289248"/>
            <a:ext cx="59038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 dirty="0">
                <a:latin typeface="Arial"/>
                <a:ea typeface="Segoe UI"/>
                <a:cs typeface="Segoe UI"/>
              </a:rPr>
              <a:t>NAME :</a:t>
            </a:r>
            <a:r>
              <a:rPr lang="en-US" sz="2400" dirty="0">
                <a:latin typeface="Arial"/>
                <a:ea typeface="Segoe UI"/>
                <a:cs typeface="Segoe UI"/>
              </a:rPr>
              <a:t>KOTADIYA RUSHIL DINESHBHAI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ENROLL-NO :</a:t>
            </a:r>
            <a:r>
              <a:rPr lang="en-US" sz="2400" dirty="0">
                <a:latin typeface="Arial"/>
                <a:ea typeface="Segoe UI"/>
                <a:cs typeface="Segoe UI"/>
              </a:rPr>
              <a:t>23002170210049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ROLL-NO : </a:t>
            </a:r>
            <a:r>
              <a:rPr lang="en-US" sz="2400" dirty="0">
                <a:latin typeface="Arial"/>
                <a:ea typeface="Segoe UI"/>
                <a:cs typeface="Segoe UI"/>
              </a:rPr>
              <a:t>73</a:t>
            </a:r>
          </a:p>
          <a:p>
            <a:pPr rtl="0"/>
            <a:r>
              <a:rPr lang="en-US" sz="2400" baseline="0" dirty="0">
                <a:latin typeface="Arial"/>
                <a:ea typeface="Segoe UI"/>
                <a:cs typeface="Segoe UI"/>
              </a:rPr>
              <a:t>DIV : C3</a:t>
            </a:r>
            <a:r>
              <a:rPr lang="en-US" sz="2400" dirty="0">
                <a:latin typeface="Arial"/>
                <a:ea typeface="Segoe UI"/>
                <a:cs typeface="Segoe UI"/>
              </a:rPr>
              <a:t>​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0BDE9BDF-5E78-1DDB-0E79-B1829E882144}"/>
              </a:ext>
            </a:extLst>
          </p:cNvPr>
          <p:cNvSpPr/>
          <p:nvPr/>
        </p:nvSpPr>
        <p:spPr>
          <a:xfrm>
            <a:off x="5598216" y="6373721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3152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550C-B243-4AA0-9984-0F65384B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7758CDB3-6471-118B-226E-D9FC36DF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6" name="Picture 5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07BEECEE-671F-AE95-A69C-D4483DD28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22ACA-0C5C-37F6-2CCA-65BFB40FDCFF}"/>
              </a:ext>
            </a:extLst>
          </p:cNvPr>
          <p:cNvSpPr txBox="1"/>
          <p:nvPr/>
        </p:nvSpPr>
        <p:spPr>
          <a:xfrm>
            <a:off x="865322" y="8065576"/>
            <a:ext cx="9144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ThePhoto</a:t>
            </a:r>
            <a:r>
              <a:rPr lang="en-US" dirty="0"/>
              <a:t> by </a:t>
            </a:r>
            <a:r>
              <a:rPr lang="en-US" dirty="0" err="1"/>
              <a:t>PhotoAuthor</a:t>
            </a:r>
            <a:r>
              <a:rPr lang="en-US" dirty="0"/>
              <a:t> is licensed under CCYYSA.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D05F36-0609-48F6-7ABA-AA3959BFB71F}"/>
              </a:ext>
            </a:extLst>
          </p:cNvPr>
          <p:cNvSpPr txBox="1"/>
          <p:nvPr/>
        </p:nvSpPr>
        <p:spPr>
          <a:xfrm>
            <a:off x="3204962" y="1028827"/>
            <a:ext cx="577434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latin typeface="Arial"/>
                <a:cs typeface="Arial"/>
              </a:rPr>
              <a:t>Project Overview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A5FF63-CA1C-2873-EEBD-EE06BCDC18AC}"/>
              </a:ext>
            </a:extLst>
          </p:cNvPr>
          <p:cNvSpPr txBox="1"/>
          <p:nvPr/>
        </p:nvSpPr>
        <p:spPr>
          <a:xfrm>
            <a:off x="1121369" y="2028952"/>
            <a:ext cx="1098928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4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Arial"/>
                <a:ea typeface="+mn-lt"/>
                <a:cs typeface="+mn-lt"/>
              </a:rPr>
              <a:t>Project Goals</a:t>
            </a:r>
            <a:endParaRPr lang="en-US" sz="2400" b="1" dirty="0">
              <a:latin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b="1" dirty="0">
              <a:latin typeface="Arial"/>
              <a:ea typeface="+mn-lt"/>
              <a:cs typeface="+mn-lt"/>
            </a:endParaRPr>
          </a:p>
          <a:p>
            <a:r>
              <a:rPr lang="en-US" sz="2400" dirty="0">
                <a:latin typeface="Arial"/>
                <a:ea typeface="+mn-lt"/>
                <a:cs typeface="+mn-lt"/>
              </a:rPr>
              <a:t>    To create a seamless, engaging, and intuitive online shopping experience for Adidas customers, reflecting the brand's commitment to performance, style, and innovation.</a:t>
            </a:r>
          </a:p>
          <a:p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Arial"/>
                <a:ea typeface="+mn-lt"/>
                <a:cs typeface="+mn-lt"/>
              </a:rPr>
              <a:t>Key Features</a:t>
            </a:r>
            <a:endParaRPr lang="en-US" sz="2400" b="1" dirty="0">
              <a:latin typeface="Arial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Arial"/>
                <a:ea typeface="+mn-lt"/>
                <a:cs typeface="+mn-lt"/>
              </a:rPr>
              <a:t>An optimized product discovery system, personalized recommendations, a user-friendly checkout process, and secure payment options.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376F9DDC-73C9-3809-3A6E-849C1E1B9043}"/>
              </a:ext>
            </a:extLst>
          </p:cNvPr>
          <p:cNvSpPr/>
          <p:nvPr/>
        </p:nvSpPr>
        <p:spPr>
          <a:xfrm>
            <a:off x="5419623" y="6373722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093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F57F8-3441-C289-E053-7496B736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03" y="23713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US"/>
          </a:p>
          <a:p>
            <a:endParaRPr lang="en-US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861E459-93B9-1137-57DB-0A987BB9D484}"/>
              </a:ext>
            </a:extLst>
          </p:cNvPr>
          <p:cNvSpPr txBox="1"/>
          <p:nvPr/>
        </p:nvSpPr>
        <p:spPr>
          <a:xfrm>
            <a:off x="2138127" y="918975"/>
            <a:ext cx="7910511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latin typeface="Arial"/>
                <a:cs typeface="Arial"/>
              </a:rPr>
              <a:t>Technical Architecture and Implementation</a:t>
            </a:r>
          </a:p>
        </p:txBody>
      </p:sp>
      <p:pic>
        <p:nvPicPr>
          <p:cNvPr id="6" name="Picture 5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96BA9263-9077-F82F-41AE-4296A5FCB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8" name="Picture 7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A3C2B5F9-D715-5B1A-2BF9-2A57FD97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B6E0AE-3FE5-E0E2-7136-F37976E211AF}"/>
              </a:ext>
            </a:extLst>
          </p:cNvPr>
          <p:cNvSpPr txBox="1"/>
          <p:nvPr/>
        </p:nvSpPr>
        <p:spPr>
          <a:xfrm>
            <a:off x="1126803" y="2835749"/>
            <a:ext cx="934085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HTML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CSS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Bootstrap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latin typeface="Arial"/>
                <a:cs typeface="Arial"/>
              </a:rPr>
              <a:t>Javascript</a:t>
            </a: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Tailwind </a:t>
            </a:r>
            <a:r>
              <a:rPr lang="en-US" sz="2400" err="1">
                <a:latin typeface="Arial"/>
                <a:cs typeface="Arial"/>
              </a:rPr>
              <a:t>css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3648298E-1796-736A-563C-49737073560F}"/>
              </a:ext>
            </a:extLst>
          </p:cNvPr>
          <p:cNvSpPr/>
          <p:nvPr/>
        </p:nvSpPr>
        <p:spPr>
          <a:xfrm>
            <a:off x="5419623" y="6373722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505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8B9D-0CD8-6B40-31C9-7139C24E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89058972-D520-D365-D18F-978F3344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11" name="Picture 10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6A79CCAF-B440-37A8-12A3-116D68F0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1FE6DD63-793E-3656-42C1-6FFEF967F456}"/>
              </a:ext>
            </a:extLst>
          </p:cNvPr>
          <p:cNvSpPr txBox="1"/>
          <p:nvPr/>
        </p:nvSpPr>
        <p:spPr>
          <a:xfrm>
            <a:off x="2138127" y="743921"/>
            <a:ext cx="7910511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Arial"/>
                <a:cs typeface="Arial"/>
              </a:rPr>
              <a:t>Future Scope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0E1EBC-BBB1-7D11-EA18-3A3E08BC48EE}"/>
              </a:ext>
            </a:extLst>
          </p:cNvPr>
          <p:cNvSpPr txBox="1"/>
          <p:nvPr/>
        </p:nvSpPr>
        <p:spPr>
          <a:xfrm>
            <a:off x="1126817" y="1754847"/>
            <a:ext cx="9973866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Enhanced Functionality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Improved User Experience (UX/UI)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Backend Integration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Performance and Scalability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Security Enhancements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Analytics and Monitoring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Future Technologies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F110F203-19F4-22F3-61EA-F99F44AFCFD4}"/>
              </a:ext>
            </a:extLst>
          </p:cNvPr>
          <p:cNvSpPr/>
          <p:nvPr/>
        </p:nvSpPr>
        <p:spPr>
          <a:xfrm>
            <a:off x="5419623" y="6373722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034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965B-88C8-4E88-C38A-08A095BF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emblem with a globe and white text&#10;&#10;Description automatically generated">
            <a:extLst>
              <a:ext uri="{FF2B5EF4-FFF2-40B4-BE49-F238E27FC236}">
                <a16:creationId xmlns:a16="http://schemas.microsoft.com/office/drawing/2014/main" id="{1BE8A549-58B4-144A-0393-A857D371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" y="-2987"/>
            <a:ext cx="1114425" cy="1171575"/>
          </a:xfrm>
          <a:prstGeom prst="rect">
            <a:avLst/>
          </a:prstGeom>
        </p:spPr>
      </p:pic>
      <p:pic>
        <p:nvPicPr>
          <p:cNvPr id="6" name="Picture 5" descr="A blue and red text on a white background&#10;&#10;Description automatically generated">
            <a:extLst>
              <a:ext uri="{FF2B5EF4-FFF2-40B4-BE49-F238E27FC236}">
                <a16:creationId xmlns:a16="http://schemas.microsoft.com/office/drawing/2014/main" id="{A3AF1336-4C81-FF8B-7965-3C71E82A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45" y="1292"/>
            <a:ext cx="4733925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647EEF-9216-79B0-E1E8-CE11B0A517F6}"/>
              </a:ext>
            </a:extLst>
          </p:cNvPr>
          <p:cNvSpPr txBox="1"/>
          <p:nvPr/>
        </p:nvSpPr>
        <p:spPr>
          <a:xfrm>
            <a:off x="865322" y="8065576"/>
            <a:ext cx="9144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ThePhoto</a:t>
            </a:r>
            <a:r>
              <a:rPr lang="en-US" dirty="0"/>
              <a:t> by </a:t>
            </a:r>
            <a:r>
              <a:rPr lang="en-US" dirty="0" err="1"/>
              <a:t>PhotoAuthor</a:t>
            </a:r>
            <a:r>
              <a:rPr lang="en-US" dirty="0"/>
              <a:t> is licensed under CCYYSA.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53C57-234E-052B-6C5C-B107A16E9932}"/>
              </a:ext>
            </a:extLst>
          </p:cNvPr>
          <p:cNvSpPr/>
          <p:nvPr/>
        </p:nvSpPr>
        <p:spPr>
          <a:xfrm>
            <a:off x="1395599" y="2510719"/>
            <a:ext cx="9016622" cy="1837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rial"/>
                <a:cs typeface="Arial"/>
              </a:rPr>
              <a:t>THANK YOU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48A5409F-2812-0267-B656-AD4AF9FADA1D}"/>
              </a:ext>
            </a:extLst>
          </p:cNvPr>
          <p:cNvSpPr/>
          <p:nvPr/>
        </p:nvSpPr>
        <p:spPr>
          <a:xfrm>
            <a:off x="5419623" y="6373722"/>
            <a:ext cx="972683" cy="47862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41417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415</cp:revision>
  <dcterms:created xsi:type="dcterms:W3CDTF">2025-02-21T05:55:36Z</dcterms:created>
  <dcterms:modified xsi:type="dcterms:W3CDTF">2025-02-21T09:07:01Z</dcterms:modified>
</cp:coreProperties>
</file>